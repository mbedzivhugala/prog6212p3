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4"/>
  </p:sldMasterIdLst>
  <p:notesMasterIdLst>
    <p:notesMasterId r:id="rId18"/>
  </p:notesMasterIdLst>
  <p:handoutMasterIdLst>
    <p:handoutMasterId r:id="rId19"/>
  </p:handoutMasterIdLst>
  <p:sldIdLst>
    <p:sldId id="257" r:id="rId5"/>
    <p:sldId id="264" r:id="rId6"/>
    <p:sldId id="282" r:id="rId7"/>
    <p:sldId id="279" r:id="rId8"/>
    <p:sldId id="258" r:id="rId9"/>
    <p:sldId id="261" r:id="rId10"/>
    <p:sldId id="286" r:id="rId11"/>
    <p:sldId id="285" r:id="rId12"/>
    <p:sldId id="284" r:id="rId13"/>
    <p:sldId id="268" r:id="rId14"/>
    <p:sldId id="274" r:id="rId15"/>
    <p:sldId id="281" r:id="rId16"/>
    <p:sldId id="277" r:id="rId17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1008" userDrawn="1">
          <p15:clr>
            <a:srgbClr val="A4A3A4"/>
          </p15:clr>
        </p15:guide>
        <p15:guide id="3" orient="horz" pos="3792" userDrawn="1">
          <p15:clr>
            <a:srgbClr val="A4A3A4"/>
          </p15:clr>
        </p15:guide>
        <p15:guide id="4" orient="horz" pos="336" userDrawn="1">
          <p15:clr>
            <a:srgbClr val="A4A3A4"/>
          </p15:clr>
        </p15:guide>
        <p15:guide id="5" orient="horz" pos="1920" userDrawn="1">
          <p15:clr>
            <a:srgbClr val="A4A3A4"/>
          </p15:clr>
        </p15:guide>
        <p15:guide id="6" orient="horz" pos="3984" userDrawn="1">
          <p15:clr>
            <a:srgbClr val="A4A3A4"/>
          </p15:clr>
        </p15:guide>
        <p15:guide id="7" orient="horz" pos="1152" userDrawn="1">
          <p15:clr>
            <a:srgbClr val="A4A3A4"/>
          </p15:clr>
        </p15:guide>
        <p15:guide id="8" pos="3839" userDrawn="1">
          <p15:clr>
            <a:srgbClr val="A4A3A4"/>
          </p15:clr>
        </p15:guide>
        <p15:guide id="9" pos="671" userDrawn="1">
          <p15:clr>
            <a:srgbClr val="A4A3A4"/>
          </p15:clr>
        </p15:guide>
        <p15:guide id="10" pos="7007" userDrawn="1">
          <p15:clr>
            <a:srgbClr val="A4A3A4"/>
          </p15:clr>
        </p15:guide>
        <p15:guide id="11" pos="6143" userDrawn="1">
          <p15:clr>
            <a:srgbClr val="A4A3A4"/>
          </p15:clr>
        </p15:guide>
        <p15:guide id="12" pos="3263" userDrawn="1">
          <p15:clr>
            <a:srgbClr val="A4A3A4"/>
          </p15:clr>
        </p15:guide>
        <p15:guide id="13" pos="7391" userDrawn="1">
          <p15:clr>
            <a:srgbClr val="A4A3A4"/>
          </p15:clr>
        </p15:guide>
        <p15:guide id="14" pos="369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7BFA5E-3124-D96A-AC65-280B0FBAE060}" v="1397" dt="2025-11-21T09:26:00.053"/>
    <p1510:client id="{A8CCD743-1585-8877-8DBC-5BEB63D133CE}" v="21" dt="2025-11-21T11:07:34.268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6" autoAdjust="0"/>
    <p:restoredTop sz="94879" autoAdjust="0"/>
  </p:normalViewPr>
  <p:slideViewPr>
    <p:cSldViewPr showGuides="1">
      <p:cViewPr>
        <p:scale>
          <a:sx n="100" d="100"/>
          <a:sy n="100" d="100"/>
        </p:scale>
        <p:origin x="2496" y="1212"/>
      </p:cViewPr>
      <p:guideLst>
        <p:guide orient="horz" pos="2160"/>
        <p:guide orient="horz" pos="1008"/>
        <p:guide orient="horz" pos="3792"/>
        <p:guide orient="horz" pos="336"/>
        <p:guide orient="horz" pos="1920"/>
        <p:guide orient="horz" pos="3984"/>
        <p:guide orient="horz" pos="1152"/>
        <p:guide pos="3839"/>
        <p:guide pos="671"/>
        <p:guide pos="7007"/>
        <p:guide pos="6143"/>
        <p:guide pos="3263"/>
        <p:guide pos="7391"/>
        <p:guide pos="369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howGuides="1">
      <p:cViewPr varScale="1">
        <p:scale>
          <a:sx n="73" d="100"/>
          <a:sy n="73" d="100"/>
        </p:scale>
        <p:origin x="2126" y="29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CE221E-83ED-4F6C-BA5F-3F9E6FDB6953}" type="datetimeFigureOut">
              <a:rPr lang="en-US"/>
              <a:t>11/21/2025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4CBEF8-5CDE-472B-839B-B8BB0C881006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632892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853E5F-CE67-483C-A264-F17AC70E9CA2}" type="datetimeFigureOut">
              <a:rPr lang="en-US"/>
              <a:t>11/21/2025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98AFB-CB0D-4DFE-87B9-B4B0D0DE73C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280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B98AFB-CB0D-4DFE-87B9-B4B0D0DE73C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0147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240" y="1013985"/>
            <a:ext cx="7712379" cy="3260635"/>
          </a:xfrm>
        </p:spPr>
        <p:txBody>
          <a:bodyPr anchor="b"/>
          <a:lstStyle>
            <a:lvl1pPr algn="l">
              <a:defRPr sz="4976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240" y="4848465"/>
            <a:ext cx="7712379" cy="1085849"/>
          </a:xfrm>
        </p:spPr>
        <p:txBody>
          <a:bodyPr>
            <a:normAutofit/>
          </a:bodyPr>
          <a:lstStyle>
            <a:lvl1pPr marL="0" indent="0" algn="l">
              <a:buNone/>
              <a:defRPr sz="3199"/>
            </a:lvl1pPr>
            <a:lvl2pPr marL="812582" indent="0" algn="ctr">
              <a:buNone/>
              <a:defRPr sz="3199"/>
            </a:lvl2pPr>
            <a:lvl3pPr marL="1625163" indent="0" algn="ctr">
              <a:buNone/>
              <a:defRPr sz="3199"/>
            </a:lvl3pPr>
            <a:lvl4pPr marL="2437745" indent="0" algn="ctr">
              <a:buNone/>
              <a:defRPr sz="2844"/>
            </a:lvl4pPr>
            <a:lvl5pPr marL="3250326" indent="0" algn="ctr">
              <a:buNone/>
              <a:defRPr sz="2844"/>
            </a:lvl5pPr>
            <a:lvl6pPr marL="4062908" indent="0" algn="ctr">
              <a:buNone/>
              <a:defRPr sz="2844"/>
            </a:lvl6pPr>
            <a:lvl7pPr marL="4875489" indent="0" algn="ctr">
              <a:buNone/>
              <a:defRPr sz="2844"/>
            </a:lvl7pPr>
            <a:lvl8pPr marL="5688071" indent="0" algn="ctr">
              <a:buNone/>
              <a:defRPr sz="2844"/>
            </a:lvl8pPr>
            <a:lvl9pPr marL="6500652" indent="0" algn="ctr">
              <a:buNone/>
              <a:defRPr sz="2844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3604" y="4571506"/>
            <a:ext cx="970902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6868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194" y="1045446"/>
            <a:ext cx="9236028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194" y="2286000"/>
            <a:ext cx="9236028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151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375" y="1287554"/>
            <a:ext cx="8282805" cy="3113064"/>
          </a:xfrm>
        </p:spPr>
        <p:txBody>
          <a:bodyPr anchor="t"/>
          <a:lstStyle>
            <a:lvl1pPr>
              <a:defRPr sz="782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374" y="4619708"/>
            <a:ext cx="7720245" cy="1476293"/>
          </a:xfrm>
        </p:spPr>
        <p:txBody>
          <a:bodyPr anchor="b">
            <a:normAutofit/>
          </a:bodyPr>
          <a:lstStyle>
            <a:lvl1pPr marL="0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1pPr>
            <a:lvl2pPr marL="812582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2pPr>
            <a:lvl3pPr marL="1625163" indent="0">
              <a:buNone/>
              <a:defRPr sz="3199">
                <a:solidFill>
                  <a:schemeClr val="tx1">
                    <a:tint val="75000"/>
                  </a:schemeClr>
                </a:solidFill>
              </a:defRPr>
            </a:lvl3pPr>
            <a:lvl4pPr marL="2437745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0326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2908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5489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80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0652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229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194" y="1013411"/>
            <a:ext cx="9236028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194" y="2135566"/>
            <a:ext cx="4494629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593" y="2135566"/>
            <a:ext cx="4494629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368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194" y="1079150"/>
            <a:ext cx="9236028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195" y="2013217"/>
            <a:ext cx="4494628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3199" b="0" cap="all" spc="533" baseline="0">
                <a:solidFill>
                  <a:schemeClr val="tx1"/>
                </a:solidFill>
                <a:latin typeface="+mj-lt"/>
              </a:defRPr>
            </a:lvl1pPr>
            <a:lvl2pPr marL="812582" indent="0">
              <a:buNone/>
              <a:defRPr sz="3199" b="1"/>
            </a:lvl2pPr>
            <a:lvl3pPr marL="1625163" indent="0">
              <a:buNone/>
              <a:defRPr sz="3199" b="1"/>
            </a:lvl3pPr>
            <a:lvl4pPr marL="2437745" indent="0">
              <a:buNone/>
              <a:defRPr sz="2844" b="1"/>
            </a:lvl4pPr>
            <a:lvl5pPr marL="3250326" indent="0">
              <a:buNone/>
              <a:defRPr sz="2844" b="1"/>
            </a:lvl5pPr>
            <a:lvl6pPr marL="4062908" indent="0">
              <a:buNone/>
              <a:defRPr sz="2844" b="1"/>
            </a:lvl6pPr>
            <a:lvl7pPr marL="4875489" indent="0">
              <a:buNone/>
              <a:defRPr sz="2844" b="1"/>
            </a:lvl7pPr>
            <a:lvl8pPr marL="5688071" indent="0">
              <a:buNone/>
              <a:defRPr sz="2844" b="1"/>
            </a:lvl8pPr>
            <a:lvl9pPr marL="6500652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195" y="3048000"/>
            <a:ext cx="4494629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593" y="2013216"/>
            <a:ext cx="4494629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3199" b="0" cap="all" spc="533" baseline="0">
                <a:solidFill>
                  <a:schemeClr val="tx1"/>
                </a:solidFill>
                <a:latin typeface="+mj-lt"/>
              </a:defRPr>
            </a:lvl1pPr>
            <a:lvl2pPr marL="812582" indent="0">
              <a:buNone/>
              <a:defRPr sz="3199" b="1"/>
            </a:lvl2pPr>
            <a:lvl3pPr marL="1625163" indent="0">
              <a:buNone/>
              <a:defRPr sz="3199" b="1"/>
            </a:lvl3pPr>
            <a:lvl4pPr marL="2437745" indent="0">
              <a:buNone/>
              <a:defRPr sz="2844" b="1"/>
            </a:lvl4pPr>
            <a:lvl5pPr marL="3250326" indent="0">
              <a:buNone/>
              <a:defRPr sz="2844" b="1"/>
            </a:lvl5pPr>
            <a:lvl6pPr marL="4062908" indent="0">
              <a:buNone/>
              <a:defRPr sz="2844" b="1"/>
            </a:lvl6pPr>
            <a:lvl7pPr marL="4875489" indent="0">
              <a:buNone/>
              <a:defRPr sz="2844" b="1"/>
            </a:lvl7pPr>
            <a:lvl8pPr marL="5688071" indent="0">
              <a:buNone/>
              <a:defRPr sz="2844" b="1"/>
            </a:lvl8pPr>
            <a:lvl9pPr marL="6500652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593" y="3048000"/>
            <a:ext cx="4494629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69095" y="2876662"/>
            <a:ext cx="970902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533" y="4592407"/>
            <a:ext cx="80805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3604" y="2876662"/>
            <a:ext cx="970902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0790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775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262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364" y="1558944"/>
            <a:ext cx="3278835" cy="1864196"/>
          </a:xfrm>
        </p:spPr>
        <p:txBody>
          <a:bodyPr anchor="b"/>
          <a:lstStyle>
            <a:lvl1pPr algn="r">
              <a:defRPr sz="4976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2611" y="762000"/>
            <a:ext cx="5332610" cy="5334000"/>
          </a:xfrm>
        </p:spPr>
        <p:txBody>
          <a:bodyPr anchor="ctr">
            <a:normAutofit/>
          </a:bodyPr>
          <a:lstStyle>
            <a:lvl1pPr>
              <a:defRPr sz="4976">
                <a:solidFill>
                  <a:schemeClr val="tx1"/>
                </a:solidFill>
              </a:defRPr>
            </a:lvl1pPr>
            <a:lvl2pPr>
              <a:defRPr sz="4266">
                <a:solidFill>
                  <a:schemeClr val="tx1"/>
                </a:solidFill>
              </a:defRPr>
            </a:lvl2pPr>
            <a:lvl3pPr>
              <a:defRPr sz="3555">
                <a:solidFill>
                  <a:schemeClr val="tx1"/>
                </a:solidFill>
              </a:defRPr>
            </a:lvl3pPr>
            <a:lvl4pPr>
              <a:defRPr sz="3199">
                <a:solidFill>
                  <a:schemeClr val="tx1"/>
                </a:solidFill>
              </a:defRPr>
            </a:lvl4pPr>
            <a:lvl5pPr>
              <a:defRPr sz="3199">
                <a:solidFill>
                  <a:schemeClr val="tx1"/>
                </a:solidFill>
              </a:defRPr>
            </a:lvl5pPr>
            <a:lvl6pPr>
              <a:defRPr sz="3199"/>
            </a:lvl6pPr>
            <a:lvl7pPr>
              <a:defRPr sz="3199"/>
            </a:lvl7pPr>
            <a:lvl8pPr>
              <a:defRPr sz="3199"/>
            </a:lvl8pPr>
            <a:lvl9pPr>
              <a:defRPr sz="31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365" y="3649683"/>
            <a:ext cx="3232254" cy="1933605"/>
          </a:xfrm>
        </p:spPr>
        <p:txBody>
          <a:bodyPr/>
          <a:lstStyle>
            <a:lvl1pPr marL="0" indent="0" algn="r">
              <a:buNone/>
              <a:defRPr sz="2844">
                <a:solidFill>
                  <a:schemeClr val="tx1"/>
                </a:solidFill>
              </a:defRPr>
            </a:lvl1pPr>
            <a:lvl2pPr marL="812582" indent="0">
              <a:buNone/>
              <a:defRPr sz="2488"/>
            </a:lvl2pPr>
            <a:lvl3pPr marL="1625163" indent="0">
              <a:buNone/>
              <a:defRPr sz="2133"/>
            </a:lvl3pPr>
            <a:lvl4pPr marL="2437745" indent="0">
              <a:buNone/>
              <a:defRPr sz="1777"/>
            </a:lvl4pPr>
            <a:lvl5pPr marL="3250326" indent="0">
              <a:buNone/>
              <a:defRPr sz="1777"/>
            </a:lvl5pPr>
            <a:lvl6pPr marL="4062908" indent="0">
              <a:buNone/>
              <a:defRPr sz="1777"/>
            </a:lvl6pPr>
            <a:lvl7pPr marL="4875489" indent="0">
              <a:buNone/>
              <a:defRPr sz="1777"/>
            </a:lvl7pPr>
            <a:lvl8pPr marL="5688071" indent="0">
              <a:buNone/>
              <a:defRPr sz="1777"/>
            </a:lvl8pPr>
            <a:lvl9pPr marL="6500652" indent="0">
              <a:buNone/>
              <a:defRPr sz="1777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476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170" y="1383126"/>
            <a:ext cx="3289029" cy="2045874"/>
          </a:xfrm>
        </p:spPr>
        <p:txBody>
          <a:bodyPr anchor="b"/>
          <a:lstStyle>
            <a:lvl1pPr algn="r">
              <a:defRPr sz="4976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332612" y="762000"/>
            <a:ext cx="5332610" cy="5334000"/>
          </a:xfrm>
        </p:spPr>
        <p:txBody>
          <a:bodyPr anchor="t"/>
          <a:lstStyle>
            <a:lvl1pPr marL="0" indent="0">
              <a:buNone/>
              <a:defRPr sz="5687">
                <a:solidFill>
                  <a:schemeClr val="tx1"/>
                </a:solidFill>
              </a:defRPr>
            </a:lvl1pPr>
            <a:lvl2pPr marL="812582" indent="0">
              <a:buNone/>
              <a:defRPr sz="4976"/>
            </a:lvl2pPr>
            <a:lvl3pPr marL="1625163" indent="0">
              <a:buNone/>
              <a:defRPr sz="4266"/>
            </a:lvl3pPr>
            <a:lvl4pPr marL="2437745" indent="0">
              <a:buNone/>
              <a:defRPr sz="3555"/>
            </a:lvl4pPr>
            <a:lvl5pPr marL="3250326" indent="0">
              <a:buNone/>
              <a:defRPr sz="3555"/>
            </a:lvl5pPr>
            <a:lvl6pPr marL="4062908" indent="0">
              <a:buNone/>
              <a:defRPr sz="3555"/>
            </a:lvl6pPr>
            <a:lvl7pPr marL="4875489" indent="0">
              <a:buNone/>
              <a:defRPr sz="3555"/>
            </a:lvl7pPr>
            <a:lvl8pPr marL="5688071" indent="0">
              <a:buNone/>
              <a:defRPr sz="3555"/>
            </a:lvl8pPr>
            <a:lvl9pPr marL="6500652" indent="0">
              <a:buNone/>
              <a:defRPr sz="3555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171" y="3649683"/>
            <a:ext cx="3242447" cy="1684317"/>
          </a:xfrm>
        </p:spPr>
        <p:txBody>
          <a:bodyPr/>
          <a:lstStyle>
            <a:lvl1pPr marL="0" indent="0" algn="r">
              <a:buNone/>
              <a:defRPr sz="2844">
                <a:solidFill>
                  <a:schemeClr val="tx1"/>
                </a:solidFill>
              </a:defRPr>
            </a:lvl1pPr>
            <a:lvl2pPr marL="812582" indent="0">
              <a:buNone/>
              <a:defRPr sz="2488"/>
            </a:lvl2pPr>
            <a:lvl3pPr marL="1625163" indent="0">
              <a:buNone/>
              <a:defRPr sz="2133"/>
            </a:lvl3pPr>
            <a:lvl4pPr marL="2437745" indent="0">
              <a:buNone/>
              <a:defRPr sz="1777"/>
            </a:lvl4pPr>
            <a:lvl5pPr marL="3250326" indent="0">
              <a:buNone/>
              <a:defRPr sz="1777"/>
            </a:lvl5pPr>
            <a:lvl6pPr marL="4062908" indent="0">
              <a:buNone/>
              <a:defRPr sz="1777"/>
            </a:lvl6pPr>
            <a:lvl7pPr marL="4875489" indent="0">
              <a:buNone/>
              <a:defRPr sz="1777"/>
            </a:lvl7pPr>
            <a:lvl8pPr marL="5688071" indent="0">
              <a:buNone/>
              <a:defRPr sz="1777"/>
            </a:lvl8pPr>
            <a:lvl9pPr marL="6500652" indent="0">
              <a:buNone/>
              <a:defRPr sz="1777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545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194" y="2229958"/>
            <a:ext cx="9236028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097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1619" y="1467700"/>
            <a:ext cx="1758003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005" y="1467700"/>
            <a:ext cx="7837337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288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"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circles on a black background&#10;&#10;Description automatically generated">
            <a:extLst>
              <a:ext uri="{FF2B5EF4-FFF2-40B4-BE49-F238E27FC236}">
                <a16:creationId xmlns:a16="http://schemas.microsoft.com/office/drawing/2014/main" id="{05185B01-840C-72E0-FF30-8EE18CFC55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04" r="4105" b="14441"/>
          <a:stretch/>
        </p:blipFill>
        <p:spPr>
          <a:xfrm>
            <a:off x="3275012" y="0"/>
            <a:ext cx="8913812" cy="686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1295400"/>
            <a:ext cx="10287000" cy="388620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66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95FDDB8-B25B-0452-0EE6-99D1F02803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84212" y="5600700"/>
            <a:ext cx="10287000" cy="533400"/>
          </a:xfrm>
        </p:spPr>
        <p:txBody>
          <a:bodyPr anchor="t">
            <a:normAutofit/>
          </a:bodyPr>
          <a:lstStyle>
            <a:lvl1pPr marL="45720" indent="0" algn="l">
              <a:buNone/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29F0C076-A364-A8D3-F322-AC2A18341617}"/>
              </a:ext>
            </a:extLst>
          </p:cNvPr>
          <p:cNvSpPr/>
          <p:nvPr userDrawn="1"/>
        </p:nvSpPr>
        <p:spPr>
          <a:xfrm>
            <a:off x="10975566" y="4987103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ross 3">
            <a:extLst>
              <a:ext uri="{FF2B5EF4-FFF2-40B4-BE49-F238E27FC236}">
                <a16:creationId xmlns:a16="http://schemas.microsoft.com/office/drawing/2014/main" id="{921F5FF9-DFA3-CF00-B31A-21C261392B15}"/>
              </a:ext>
            </a:extLst>
          </p:cNvPr>
          <p:cNvSpPr/>
          <p:nvPr userDrawn="1"/>
        </p:nvSpPr>
        <p:spPr>
          <a:xfrm>
            <a:off x="10118724" y="3581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4094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7777CD-9A1F-DEEA-2595-9E892C952556}"/>
              </a:ext>
            </a:extLst>
          </p:cNvPr>
          <p:cNvSpPr/>
          <p:nvPr userDrawn="1"/>
        </p:nvSpPr>
        <p:spPr>
          <a:xfrm>
            <a:off x="-1" y="0"/>
            <a:ext cx="12188825" cy="6858000"/>
          </a:xfrm>
          <a:prstGeom prst="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F4D3028-A414-148B-F10C-466ED585BCD9}"/>
              </a:ext>
            </a:extLst>
          </p:cNvPr>
          <p:cNvSpPr/>
          <p:nvPr userDrawn="1"/>
        </p:nvSpPr>
        <p:spPr>
          <a:xfrm>
            <a:off x="-1" y="1586"/>
            <a:ext cx="3428208" cy="6856414"/>
          </a:xfrm>
          <a:custGeom>
            <a:avLst/>
            <a:gdLst>
              <a:gd name="connsiteX0" fmla="*/ 1 w 3428208"/>
              <a:gd name="connsiteY0" fmla="*/ 0 h 6856414"/>
              <a:gd name="connsiteX1" fmla="*/ 3428208 w 3428208"/>
              <a:gd name="connsiteY1" fmla="*/ 3428207 h 6856414"/>
              <a:gd name="connsiteX2" fmla="*/ 1 w 3428208"/>
              <a:gd name="connsiteY2" fmla="*/ 6856414 h 6856414"/>
              <a:gd name="connsiteX3" fmla="*/ 0 w 3428208"/>
              <a:gd name="connsiteY3" fmla="*/ 6856414 h 6856414"/>
              <a:gd name="connsiteX4" fmla="*/ 0 w 3428208"/>
              <a:gd name="connsiteY4" fmla="*/ 0 h 6856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28208" h="6856414">
                <a:moveTo>
                  <a:pt x="1" y="0"/>
                </a:moveTo>
                <a:cubicBezTo>
                  <a:pt x="1893347" y="0"/>
                  <a:pt x="3428208" y="1534861"/>
                  <a:pt x="3428208" y="3428207"/>
                </a:cubicBezTo>
                <a:cubicBezTo>
                  <a:pt x="3428208" y="5321553"/>
                  <a:pt x="1893347" y="6856414"/>
                  <a:pt x="1" y="6856414"/>
                </a:cubicBezTo>
                <a:lnTo>
                  <a:pt x="0" y="6856414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B111F7-2027-1E41-1C02-BA5AA37E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2" y="723900"/>
            <a:ext cx="4114800" cy="5295900"/>
          </a:xfrm>
        </p:spPr>
        <p:txBody>
          <a:bodyPr anchor="ctr">
            <a:normAutofit/>
          </a:bodyPr>
          <a:lstStyle>
            <a:lvl1pPr algn="r">
              <a:lnSpc>
                <a:spcPct val="100000"/>
              </a:lnSpc>
              <a:defRPr sz="4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2612" y="1981200"/>
            <a:ext cx="4114800" cy="2854781"/>
          </a:xfrm>
        </p:spPr>
        <p:txBody>
          <a:bodyPr anchor="ctr"/>
          <a:lstStyle>
            <a:lvl1pPr marL="457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657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 marL="59436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 marL="77724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 marL="960120" indent="0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4" name="Cross 13">
            <a:extLst>
              <a:ext uri="{FF2B5EF4-FFF2-40B4-BE49-F238E27FC236}">
                <a16:creationId xmlns:a16="http://schemas.microsoft.com/office/drawing/2014/main" id="{02A1E7CF-4DB4-D31C-D6AA-D368DA17CD5F}"/>
              </a:ext>
            </a:extLst>
          </p:cNvPr>
          <p:cNvSpPr/>
          <p:nvPr userDrawn="1"/>
        </p:nvSpPr>
        <p:spPr>
          <a:xfrm>
            <a:off x="4837509" y="9144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E47E8503-C2AB-07F1-FD1F-A529E414E168}"/>
              </a:ext>
            </a:extLst>
          </p:cNvPr>
          <p:cNvSpPr/>
          <p:nvPr userDrawn="1"/>
        </p:nvSpPr>
        <p:spPr>
          <a:xfrm>
            <a:off x="3085307" y="569595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8020F553-E264-0059-F1EB-47039048DC67}"/>
              </a:ext>
            </a:extLst>
          </p:cNvPr>
          <p:cNvSpPr/>
          <p:nvPr userDrawn="1"/>
        </p:nvSpPr>
        <p:spPr>
          <a:xfrm>
            <a:off x="5561012" y="2022021"/>
            <a:ext cx="838200" cy="2813960"/>
          </a:xfrm>
          <a:prstGeom prst="leftBrace">
            <a:avLst>
              <a:gd name="adj1" fmla="val 34932"/>
              <a:gd name="adj2" fmla="val 50000"/>
            </a:avLst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541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09E2F69-D76D-62CD-4B4B-52AB2F720DE4}"/>
              </a:ext>
            </a:extLst>
          </p:cNvPr>
          <p:cNvSpPr/>
          <p:nvPr userDrawn="1"/>
        </p:nvSpPr>
        <p:spPr>
          <a:xfrm>
            <a:off x="9958158" y="0"/>
            <a:ext cx="2230666" cy="1981200"/>
          </a:xfrm>
          <a:custGeom>
            <a:avLst/>
            <a:gdLst>
              <a:gd name="connsiteX0" fmla="*/ 0 w 2230666"/>
              <a:gd name="connsiteY0" fmla="*/ 0 h 1981200"/>
              <a:gd name="connsiteX1" fmla="*/ 2230666 w 2230666"/>
              <a:gd name="connsiteY1" fmla="*/ 0 h 1981200"/>
              <a:gd name="connsiteX2" fmla="*/ 2230666 w 2230666"/>
              <a:gd name="connsiteY2" fmla="*/ 1981200 h 1981200"/>
              <a:gd name="connsiteX3" fmla="*/ 2029222 w 2230666"/>
              <a:gd name="connsiteY3" fmla="*/ 1972296 h 1981200"/>
              <a:gd name="connsiteX4" fmla="*/ 28437 w 2230666"/>
              <a:gd name="connsiteY4" fmla="*/ 186331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0666" h="1981200">
                <a:moveTo>
                  <a:pt x="0" y="0"/>
                </a:moveTo>
                <a:lnTo>
                  <a:pt x="2230666" y="0"/>
                </a:lnTo>
                <a:lnTo>
                  <a:pt x="2230666" y="1981200"/>
                </a:lnTo>
                <a:lnTo>
                  <a:pt x="2029222" y="1972296"/>
                </a:lnTo>
                <a:cubicBezTo>
                  <a:pt x="1033803" y="1883891"/>
                  <a:pt x="224946" y="1146640"/>
                  <a:pt x="28437" y="186331"/>
                </a:cubicBez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A0041296-BAB4-9340-D4A7-59FD619AC52B}"/>
              </a:ext>
            </a:extLst>
          </p:cNvPr>
          <p:cNvSpPr/>
          <p:nvPr userDrawn="1"/>
        </p:nvSpPr>
        <p:spPr>
          <a:xfrm>
            <a:off x="7847012" y="381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5" name="Cross 4">
            <a:extLst>
              <a:ext uri="{FF2B5EF4-FFF2-40B4-BE49-F238E27FC236}">
                <a16:creationId xmlns:a16="http://schemas.microsoft.com/office/drawing/2014/main" id="{FFABB0BB-C379-786D-46F1-DEB6A507EA80}"/>
              </a:ext>
            </a:extLst>
          </p:cNvPr>
          <p:cNvSpPr/>
          <p:nvPr userDrawn="1"/>
        </p:nvSpPr>
        <p:spPr>
          <a:xfrm>
            <a:off x="8559685" y="1066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0BDC478-129E-9690-F10A-A1F679ABD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D29393-4996-16FE-FC38-2447AE812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2FB2C37F-01F4-8BDA-35AA-8F8EBC5540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F45931A-8732-7A9F-4CEE-22AA3831A4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286000"/>
            <a:ext cx="4911725" cy="42672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286000"/>
            <a:ext cx="4911725" cy="4267200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262848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6A45E1A-7551-6F54-D038-074B58A3B73E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5C97BE-6AF8-5928-B560-739552D148BA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ross 5">
            <a:extLst>
              <a:ext uri="{FF2B5EF4-FFF2-40B4-BE49-F238E27FC236}">
                <a16:creationId xmlns:a16="http://schemas.microsoft.com/office/drawing/2014/main" id="{049F4FA0-ECA1-9CE1-60CD-491656F225D3}"/>
              </a:ext>
            </a:extLst>
          </p:cNvPr>
          <p:cNvSpPr/>
          <p:nvPr userDrawn="1"/>
        </p:nvSpPr>
        <p:spPr>
          <a:xfrm>
            <a:off x="6683143" y="13970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7" name="Cross 6">
            <a:extLst>
              <a:ext uri="{FF2B5EF4-FFF2-40B4-BE49-F238E27FC236}">
                <a16:creationId xmlns:a16="http://schemas.microsoft.com/office/drawing/2014/main" id="{E0F6845B-3635-28EA-BA6E-5535FE48E8B0}"/>
              </a:ext>
            </a:extLst>
          </p:cNvPr>
          <p:cNvSpPr/>
          <p:nvPr userDrawn="1"/>
        </p:nvSpPr>
        <p:spPr>
          <a:xfrm>
            <a:off x="11085513" y="5638800"/>
            <a:ext cx="685800" cy="685800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1B5BD44-F42D-3B65-BB68-E5C76C4E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6F22956-4B4B-B972-CE6C-282D1D59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C319E7A6-A7BC-1FD9-6936-D83244A4083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2180FD49-43D5-4D47-7DA7-BF05B579F2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11B92F8-C070-2CE8-09EC-DAB8F879C213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293812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79808F-B1FF-C536-B44F-59CEA545BFD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516689" y="2438400"/>
            <a:ext cx="4911725" cy="4114799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>
              <a:lnSpc>
                <a:spcPct val="110000"/>
              </a:lnSpc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>
              <a:lnSpc>
                <a:spcPct val="110000"/>
              </a:lnSpc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54515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omputer Monit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704012" y="838202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97F2A9A7-1093-A563-8A0E-4C8DB0E669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2112" y="1752600"/>
            <a:ext cx="4951066" cy="381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657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0">
              <a:lnSpc>
                <a:spcPct val="110000"/>
              </a:lnSpc>
              <a:buNone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0">
              <a:lnSpc>
                <a:spcPct val="110000"/>
              </a:lnSpc>
              <a:buNone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1F5E297-E771-7AE4-7311-0874043A4B3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5945" y="2057400"/>
            <a:ext cx="4343400" cy="2688336"/>
          </a:xfrm>
          <a:custGeom>
            <a:avLst/>
            <a:gdLst>
              <a:gd name="connsiteX0" fmla="*/ 25620 w 4343400"/>
              <a:gd name="connsiteY0" fmla="*/ 0 h 2688336"/>
              <a:gd name="connsiteX1" fmla="*/ 4317780 w 4343400"/>
              <a:gd name="connsiteY1" fmla="*/ 0 h 2688336"/>
              <a:gd name="connsiteX2" fmla="*/ 4343400 w 4343400"/>
              <a:gd name="connsiteY2" fmla="*/ 25620 h 2688336"/>
              <a:gd name="connsiteX3" fmla="*/ 4343400 w 4343400"/>
              <a:gd name="connsiteY3" fmla="*/ 2662716 h 2688336"/>
              <a:gd name="connsiteX4" fmla="*/ 4317780 w 4343400"/>
              <a:gd name="connsiteY4" fmla="*/ 2688336 h 2688336"/>
              <a:gd name="connsiteX5" fmla="*/ 25620 w 4343400"/>
              <a:gd name="connsiteY5" fmla="*/ 2688336 h 2688336"/>
              <a:gd name="connsiteX6" fmla="*/ 0 w 4343400"/>
              <a:gd name="connsiteY6" fmla="*/ 2662716 h 2688336"/>
              <a:gd name="connsiteX7" fmla="*/ 0 w 4343400"/>
              <a:gd name="connsiteY7" fmla="*/ 25620 h 2688336"/>
              <a:gd name="connsiteX8" fmla="*/ 25620 w 4343400"/>
              <a:gd name="connsiteY8" fmla="*/ 0 h 2688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43400" h="2688336">
                <a:moveTo>
                  <a:pt x="25620" y="0"/>
                </a:moveTo>
                <a:lnTo>
                  <a:pt x="4317780" y="0"/>
                </a:lnTo>
                <a:cubicBezTo>
                  <a:pt x="4331930" y="0"/>
                  <a:pt x="4343400" y="11470"/>
                  <a:pt x="4343400" y="25620"/>
                </a:cubicBezTo>
                <a:lnTo>
                  <a:pt x="4343400" y="2662716"/>
                </a:lnTo>
                <a:cubicBezTo>
                  <a:pt x="4343400" y="2676866"/>
                  <a:pt x="4331930" y="2688336"/>
                  <a:pt x="4317780" y="2688336"/>
                </a:cubicBezTo>
                <a:lnTo>
                  <a:pt x="25620" y="2688336"/>
                </a:lnTo>
                <a:cubicBezTo>
                  <a:pt x="11470" y="2688336"/>
                  <a:pt x="0" y="2676866"/>
                  <a:pt x="0" y="2662716"/>
                </a:cubicBezTo>
                <a:lnTo>
                  <a:pt x="0" y="25620"/>
                </a:lnTo>
                <a:cubicBezTo>
                  <a:pt x="0" y="11470"/>
                  <a:pt x="11470" y="0"/>
                  <a:pt x="2562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404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4761B-B29B-1C47-FAE9-6E0FA1543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12" y="685800"/>
            <a:ext cx="5687336" cy="5288730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defRPr sz="480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Cross 2">
            <a:extLst>
              <a:ext uri="{FF2B5EF4-FFF2-40B4-BE49-F238E27FC236}">
                <a16:creationId xmlns:a16="http://schemas.microsoft.com/office/drawing/2014/main" id="{9D098DB9-0987-4850-3A4E-90EECD01BFED}"/>
              </a:ext>
            </a:extLst>
          </p:cNvPr>
          <p:cNvSpPr/>
          <p:nvPr userDrawn="1"/>
        </p:nvSpPr>
        <p:spPr>
          <a:xfrm>
            <a:off x="7130149" y="39694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320F41B-7946-84A8-649E-B8D2394410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" r="42412"/>
          <a:stretch/>
        </p:blipFill>
        <p:spPr>
          <a:xfrm>
            <a:off x="7134779" y="533400"/>
            <a:ext cx="5054045" cy="5588000"/>
          </a:xfrm>
          <a:prstGeom prst="rect">
            <a:avLst/>
          </a:prstGeom>
        </p:spPr>
      </p:pic>
      <p:sp>
        <p:nvSpPr>
          <p:cNvPr id="6" name="Cross 5">
            <a:extLst>
              <a:ext uri="{FF2B5EF4-FFF2-40B4-BE49-F238E27FC236}">
                <a16:creationId xmlns:a16="http://schemas.microsoft.com/office/drawing/2014/main" id="{D3F324A7-F228-C486-182B-84D6C27A93B8}"/>
              </a:ext>
            </a:extLst>
          </p:cNvPr>
          <p:cNvSpPr/>
          <p:nvPr userDrawn="1"/>
        </p:nvSpPr>
        <p:spPr>
          <a:xfrm>
            <a:off x="6368151" y="2407337"/>
            <a:ext cx="640662" cy="640662"/>
          </a:xfrm>
          <a:prstGeom prst="plus">
            <a:avLst>
              <a:gd name="adj" fmla="val 39796"/>
            </a:avLst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10" name="Picture Placeholder 20">
            <a:extLst>
              <a:ext uri="{FF2B5EF4-FFF2-40B4-BE49-F238E27FC236}">
                <a16:creationId xmlns:a16="http://schemas.microsoft.com/office/drawing/2014/main" id="{0EE33DD4-E993-7039-2B48-6FAFAE32A9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19745" y="990600"/>
            <a:ext cx="4069080" cy="4384979"/>
          </a:xfrm>
          <a:custGeom>
            <a:avLst/>
            <a:gdLst>
              <a:gd name="connsiteX0" fmla="*/ 3553733 w 4390346"/>
              <a:gd name="connsiteY0" fmla="*/ 0 h 4693920"/>
              <a:gd name="connsiteX1" fmla="*/ 4390346 w 4390346"/>
              <a:gd name="connsiteY1" fmla="*/ 0 h 4693920"/>
              <a:gd name="connsiteX2" fmla="*/ 4390346 w 4390346"/>
              <a:gd name="connsiteY2" fmla="*/ 4690872 h 4693920"/>
              <a:gd name="connsiteX3" fmla="*/ 3721482 w 4390346"/>
              <a:gd name="connsiteY3" fmla="*/ 4690872 h 4693920"/>
              <a:gd name="connsiteX4" fmla="*/ 3721482 w 4390346"/>
              <a:gd name="connsiteY4" fmla="*/ 4693920 h 4693920"/>
              <a:gd name="connsiteX5" fmla="*/ 197252 w 4390346"/>
              <a:gd name="connsiteY5" fmla="*/ 4693920 h 4693920"/>
              <a:gd name="connsiteX6" fmla="*/ 167017 w 4390346"/>
              <a:gd name="connsiteY6" fmla="*/ 4690872 h 4693920"/>
              <a:gd name="connsiteX7" fmla="*/ 0 w 4390346"/>
              <a:gd name="connsiteY7" fmla="*/ 4690872 h 4693920"/>
              <a:gd name="connsiteX8" fmla="*/ 0 w 4390346"/>
              <a:gd name="connsiteY8" fmla="*/ 4232970 h 4693920"/>
              <a:gd name="connsiteX9" fmla="*/ 1 w 4390346"/>
              <a:gd name="connsiteY9" fmla="*/ 4232970 h 4693920"/>
              <a:gd name="connsiteX10" fmla="*/ 1 w 4390346"/>
              <a:gd name="connsiteY10" fmla="*/ 200299 h 4693920"/>
              <a:gd name="connsiteX11" fmla="*/ 197252 w 4390346"/>
              <a:gd name="connsiteY11" fmla="*/ 3048 h 4693920"/>
              <a:gd name="connsiteX12" fmla="*/ 3553733 w 4390346"/>
              <a:gd name="connsiteY12" fmla="*/ 3048 h 4693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90346" h="4693920">
                <a:moveTo>
                  <a:pt x="3553733" y="0"/>
                </a:moveTo>
                <a:lnTo>
                  <a:pt x="4390346" y="0"/>
                </a:lnTo>
                <a:lnTo>
                  <a:pt x="4390346" y="4690872"/>
                </a:lnTo>
                <a:lnTo>
                  <a:pt x="3721482" y="4690872"/>
                </a:lnTo>
                <a:lnTo>
                  <a:pt x="3721482" y="4693920"/>
                </a:lnTo>
                <a:lnTo>
                  <a:pt x="197252" y="4693920"/>
                </a:lnTo>
                <a:lnTo>
                  <a:pt x="167017" y="4690872"/>
                </a:lnTo>
                <a:lnTo>
                  <a:pt x="0" y="4690872"/>
                </a:lnTo>
                <a:lnTo>
                  <a:pt x="0" y="4232970"/>
                </a:lnTo>
                <a:lnTo>
                  <a:pt x="1" y="4232970"/>
                </a:lnTo>
                <a:lnTo>
                  <a:pt x="1" y="200299"/>
                </a:lnTo>
                <a:cubicBezTo>
                  <a:pt x="1" y="91360"/>
                  <a:pt x="88313" y="3048"/>
                  <a:pt x="197252" y="3048"/>
                </a:cubicBezTo>
                <a:lnTo>
                  <a:pt x="3553733" y="304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4572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17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Acc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D5A8CDC-7BE6-361B-2965-88F977B1F050}"/>
              </a:ext>
            </a:extLst>
          </p:cNvPr>
          <p:cNvSpPr/>
          <p:nvPr userDrawn="1"/>
        </p:nvSpPr>
        <p:spPr>
          <a:xfrm>
            <a:off x="6361114" y="1317171"/>
            <a:ext cx="5029198" cy="5029198"/>
          </a:xfrm>
          <a:prstGeom prst="ellipse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33147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6515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88011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62990" indent="-28575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245870" indent="-28575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20B2A3A-FF4C-298C-0165-DB61E8935F6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4413" y="2286000"/>
            <a:ext cx="5562600" cy="3962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9491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C13E5D-0B96-580C-032F-0323F5B935D3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33374C0-ECC0-0DB1-D167-0EF643B5A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C465CD4-231A-6C85-3D9B-E21738DB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A583352B-64D3-C6FC-B554-91866CBEBC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7C9D80-85BC-5E0B-E24A-6217CFE72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0038AE2-F2EF-FEA5-D6B4-5C539A252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2286000"/>
            <a:ext cx="4572000" cy="3962400"/>
          </a:xfrm>
        </p:spPr>
        <p:txBody>
          <a:bodyPr>
            <a:normAutofit/>
          </a:bodyPr>
          <a:lstStyle>
            <a:lvl1pPr marL="45720" indent="0">
              <a:lnSpc>
                <a:spcPct val="110000"/>
              </a:lnSpc>
              <a:buNone/>
              <a:defRPr 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331470" indent="-285750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59436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777240" indent="-228600">
              <a:lnSpc>
                <a:spcPct val="110000"/>
              </a:lnSpc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960120" indent="-228600">
              <a:lnSpc>
                <a:spcPct val="110000"/>
              </a:lnSpc>
              <a:buFont typeface="Arial" panose="020B0604020202020204" pitchFamily="34" charset="0"/>
              <a:buChar char="•"/>
              <a:defRPr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6EA47FDD-142D-1BE6-8057-A6CC1A71222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094413" y="2286000"/>
            <a:ext cx="5558794" cy="3962400"/>
          </a:xfrm>
        </p:spPr>
        <p:txBody>
          <a:bodyPr/>
          <a:lstStyle>
            <a:lvl1pPr marL="4572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23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E2E1990-ECE7-FA08-4966-BE3109399672}"/>
              </a:ext>
            </a:extLst>
          </p:cNvPr>
          <p:cNvSpPr/>
          <p:nvPr userDrawn="1"/>
        </p:nvSpPr>
        <p:spPr>
          <a:xfrm>
            <a:off x="7026044" y="0"/>
            <a:ext cx="4461334" cy="1981200"/>
          </a:xfrm>
          <a:custGeom>
            <a:avLst/>
            <a:gdLst>
              <a:gd name="connsiteX0" fmla="*/ 0 w 4461334"/>
              <a:gd name="connsiteY0" fmla="*/ 0 h 1981200"/>
              <a:gd name="connsiteX1" fmla="*/ 4461334 w 4461334"/>
              <a:gd name="connsiteY1" fmla="*/ 0 h 1981200"/>
              <a:gd name="connsiteX2" fmla="*/ 4432897 w 4461334"/>
              <a:gd name="connsiteY2" fmla="*/ 186331 h 1981200"/>
              <a:gd name="connsiteX3" fmla="*/ 2230667 w 4461334"/>
              <a:gd name="connsiteY3" fmla="*/ 1981200 h 1981200"/>
              <a:gd name="connsiteX4" fmla="*/ 28437 w 4461334"/>
              <a:gd name="connsiteY4" fmla="*/ 186331 h 1981200"/>
              <a:gd name="connsiteX5" fmla="*/ 0 w 4461334"/>
              <a:gd name="connsiteY5" fmla="*/ 0 h 19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1334" h="1981200">
                <a:moveTo>
                  <a:pt x="0" y="0"/>
                </a:moveTo>
                <a:lnTo>
                  <a:pt x="4461334" y="0"/>
                </a:lnTo>
                <a:lnTo>
                  <a:pt x="4432897" y="186331"/>
                </a:lnTo>
                <a:cubicBezTo>
                  <a:pt x="4223288" y="1210661"/>
                  <a:pt x="3316962" y="1981200"/>
                  <a:pt x="2230667" y="1981200"/>
                </a:cubicBezTo>
                <a:cubicBezTo>
                  <a:pt x="1144372" y="1981200"/>
                  <a:pt x="238046" y="1210661"/>
                  <a:pt x="28437" y="186331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2">
                  <a:lumMod val="110000"/>
                  <a:satMod val="105000"/>
                  <a:tint val="67000"/>
                  <a:alpha val="0"/>
                </a:schemeClr>
              </a:gs>
              <a:gs pos="100000">
                <a:schemeClr val="bg2"/>
              </a:gs>
            </a:gsLst>
          </a:gra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1D9EB0-EE8E-A9E8-9583-2D924EFA65AF}"/>
              </a:ext>
            </a:extLst>
          </p:cNvPr>
          <p:cNvSpPr/>
          <p:nvPr userDrawn="1"/>
        </p:nvSpPr>
        <p:spPr>
          <a:xfrm>
            <a:off x="0" y="0"/>
            <a:ext cx="760412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sx="102000" sy="102000" algn="ctr" rotWithShape="0">
              <a:prstClr val="black">
                <a:alpha val="1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AC00260-F255-D312-3E7C-329EECDFD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4914900" cy="1447800"/>
          </a:xfrm>
        </p:spPr>
        <p:txBody>
          <a:bodyPr anchor="t">
            <a:normAutofit/>
          </a:bodyPr>
          <a:lstStyle>
            <a:lvl1pPr>
              <a:defRPr sz="32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C7904-6373-06D6-713A-79D78DD6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" y="609600"/>
            <a:ext cx="760412" cy="381000"/>
          </a:xfrm>
        </p:spPr>
        <p:txBody>
          <a:bodyPr/>
          <a:lstStyle>
            <a:lvl1pPr algn="ctr">
              <a:defRPr sz="2400" b="1"/>
            </a:lvl1pPr>
          </a:lstStyle>
          <a:p>
            <a:fld id="{AAEAE4A8-A6E5-453E-B946-FB774B73F48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0583D396-7FDF-332F-BEA4-791452AB1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1829595" y="2591593"/>
            <a:ext cx="44196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0" kern="1200" spc="1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57FA249-0BE5-21BF-D816-85FBE6C4BD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229393" y="5258593"/>
            <a:ext cx="1219200" cy="760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FD06F443-9595-7420-13F2-7AF883FDE5E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93811" y="2743200"/>
            <a:ext cx="10134601" cy="35052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639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194" y="1041622"/>
            <a:ext cx="9236028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194" y="2286000"/>
            <a:ext cx="9236028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68013" y="4891366"/>
            <a:ext cx="2673295" cy="365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44" b="1" cap="all" spc="533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11/21/2025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69947" y="1609941"/>
            <a:ext cx="2669427" cy="365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44" b="1" cap="all" spc="533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9916" y="3219853"/>
            <a:ext cx="629489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44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9563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  <p:sldLayoutId id="2147483716" r:id="rId19"/>
    <p:sldLayoutId id="2147483717" r:id="rId20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 userDrawn="1">
          <p15:clr>
            <a:srgbClr val="F26B43"/>
          </p15:clr>
        </p15:guide>
        <p15:guide id="2" pos="3839" userDrawn="1">
          <p15:clr>
            <a:srgbClr val="F26B43"/>
          </p15:clr>
        </p15:guide>
        <p15:guide id="3" pos="7198" userDrawn="1">
          <p15:clr>
            <a:srgbClr val="F26B43"/>
          </p15:clr>
        </p15:guide>
        <p15:guide id="4" pos="6718" userDrawn="1">
          <p15:clr>
            <a:srgbClr val="F26B43"/>
          </p15:clr>
        </p15:guide>
        <p15:guide id="16" pos="480" userDrawn="1">
          <p15:clr>
            <a:srgbClr val="F26B43"/>
          </p15:clr>
        </p15:guide>
        <p15:guide id="23" orient="horz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110000"/>
                <a:satMod val="105000"/>
                <a:tint val="67000"/>
                <a:alpha val="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2367" y="677174"/>
            <a:ext cx="10588845" cy="4504426"/>
          </a:xfrm>
        </p:spPr>
        <p:txBody>
          <a:bodyPr anchor="b">
            <a:normAutofit/>
          </a:bodyPr>
          <a:lstStyle/>
          <a:p>
            <a:r>
              <a:rPr lang="en-US" dirty="0"/>
              <a:t>PROG6212 PART 3 CMS SYSTEM VHUGALA MBEDZI ST10452694</a:t>
            </a:r>
          </a:p>
        </p:txBody>
      </p:sp>
    </p:spTree>
    <p:extLst>
      <p:ext uri="{BB962C8B-B14F-4D97-AF65-F5344CB8AC3E}">
        <p14:creationId xmlns:p14="http://schemas.microsoft.com/office/powerpoint/2010/main" val="365812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D60F21-71D6-4286-A59D-65FBF464DF30}"/>
              </a:ext>
            </a:extLst>
          </p:cNvPr>
          <p:cNvSpPr txBox="1"/>
          <p:nvPr/>
        </p:nvSpPr>
        <p:spPr>
          <a:xfrm>
            <a:off x="420085" y="407783"/>
            <a:ext cx="11107056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/>
              <a:t>HR USER MANAGEMENT</a:t>
            </a:r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BFDDE59-AC43-E3F7-56B5-D7DE1C441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050" y="1333572"/>
            <a:ext cx="7941781" cy="41624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F832D3-29A6-DF8F-B2E3-692227356FC7}"/>
              </a:ext>
            </a:extLst>
          </p:cNvPr>
          <p:cNvSpPr txBox="1"/>
          <p:nvPr/>
        </p:nvSpPr>
        <p:spPr>
          <a:xfrm>
            <a:off x="861093" y="5719847"/>
            <a:ext cx="10548403" cy="70788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In my Accounts controller this code acts as a super user , its function is to create all profiles with no self registration and sets hourly rates as well.</a:t>
            </a:r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SESSION MANAGEMENT</a:t>
            </a:r>
          </a:p>
        </p:txBody>
      </p:sp>
      <p:sp>
        <p:nvSpPr>
          <p:cNvPr id="28" name="Slide Number Placeholder 2">
            <a:extLst>
              <a:ext uri="{FF2B5EF4-FFF2-40B4-BE49-F238E27FC236}">
                <a16:creationId xmlns:a16="http://schemas.microsoft.com/office/drawing/2014/main" id="{891D5208-13EA-08BC-C00C-54BD1588A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AEAE4A8-A6E5-453E-B946-FB774B73F48C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29" name="Content Placeholder 4">
            <a:extLst>
              <a:ext uri="{FF2B5EF4-FFF2-40B4-BE49-F238E27FC236}">
                <a16:creationId xmlns:a16="http://schemas.microsoft.com/office/drawing/2014/main" id="{43609F36-F5A5-EDCF-69BC-511059C97F6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3507" y="5952227"/>
            <a:ext cx="10804907" cy="60097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" indent="0">
              <a:buNone/>
            </a:pPr>
            <a:r>
              <a:rPr lang="en-US" sz="2000" b="1" dirty="0"/>
              <a:t>This code handles session management in my </a:t>
            </a:r>
            <a:r>
              <a:rPr lang="en-US" sz="2000" b="1" err="1"/>
              <a:t>AccountsController</a:t>
            </a:r>
            <a:r>
              <a:rPr lang="en-US" sz="2000" b="1" dirty="0"/>
              <a:t> , its use is to store user identity and it enables role-based access control throughout my app.</a:t>
            </a:r>
          </a:p>
        </p:txBody>
      </p:sp>
      <p:pic>
        <p:nvPicPr>
          <p:cNvPr id="5" name="Picture 4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68DA3CD0-E0E3-DD23-86DE-AE6B0FC91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615" y="989900"/>
            <a:ext cx="11207367" cy="44583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08901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2" y="437072"/>
            <a:ext cx="10463115" cy="5707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Lecturer Auto-Calculation</a:t>
            </a:r>
            <a:endParaRPr lang="en-US"/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6354BAF8-C5C1-DB50-AFFD-0FABA137A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AEAE4A8-A6E5-453E-B946-FB774B73F48C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99FD00D-D5D1-D3F7-8B7C-27894C04BD3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67243" y="5414513"/>
            <a:ext cx="10661171" cy="11386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 dirty="0"/>
              <a:t>This code is from my Claims Create View that implements Auto calculation  , and 180 hour validation</a:t>
            </a:r>
          </a:p>
        </p:txBody>
      </p:sp>
      <p:pic>
        <p:nvPicPr>
          <p:cNvPr id="4" name="Picture 3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743DA009-A5EB-CA19-F323-88B5664E9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01" y="1009879"/>
            <a:ext cx="11537959" cy="414207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464130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8185" y="609600"/>
            <a:ext cx="7502151" cy="570782"/>
          </a:xfrm>
        </p:spPr>
        <p:txBody>
          <a:bodyPr anchor="t">
            <a:normAutofit/>
          </a:bodyPr>
          <a:lstStyle/>
          <a:p>
            <a:r>
              <a:rPr lang="en-US"/>
              <a:t>LECTURER AUTO-CALCULATION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5693433"/>
            <a:ext cx="10163335" cy="8597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This is my Auto Calculation code from my </a:t>
            </a:r>
            <a:r>
              <a:rPr lang="en-US" err="1"/>
              <a:t>ClaimsController</a:t>
            </a:r>
            <a:r>
              <a:rPr lang="en-US"/>
              <a:t> which implements auto calculation , 180 hour validation working alongside claims create view I pasted above.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B95A416-05FC-CE36-FB78-577BDA37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" name="Picture 3" descr="A screen shot of a computer error">
            <a:extLst>
              <a:ext uri="{FF2B5EF4-FFF2-40B4-BE49-F238E27FC236}">
                <a16:creationId xmlns:a16="http://schemas.microsoft.com/office/drawing/2014/main" id="{83BB4B26-0026-9EEA-E256-E866182725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397" y="1703178"/>
            <a:ext cx="8773652" cy="303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10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8185" y="609600"/>
            <a:ext cx="10190017" cy="700177"/>
          </a:xfrm>
        </p:spPr>
        <p:txBody>
          <a:bodyPr>
            <a:normAutofit/>
          </a:bodyPr>
          <a:lstStyle/>
          <a:p>
            <a:r>
              <a:rPr lang="en-US"/>
              <a:t>Entity Framework and Database relationships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1D1C7-0250-310E-600C-FA985A7F7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274" y="5765320"/>
            <a:ext cx="10192083" cy="6987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This code from my </a:t>
            </a:r>
            <a:r>
              <a:rPr lang="en-US" err="1"/>
              <a:t>AppDbContext</a:t>
            </a:r>
            <a:r>
              <a:rPr lang="en-US"/>
              <a:t> implements EF relationships , navigation properties and </a:t>
            </a:r>
            <a:r>
              <a:rPr lang="en-US" err="1"/>
              <a:t>databse</a:t>
            </a:r>
            <a:r>
              <a:rPr lang="en-US"/>
              <a:t> </a:t>
            </a:r>
            <a:r>
              <a:rPr lang="en-US" err="1"/>
              <a:t>contraints.Note</a:t>
            </a:r>
            <a:r>
              <a:rPr lang="en-US"/>
              <a:t> the code is under modelBuilder entity for lecturer claim</a:t>
            </a:r>
          </a:p>
        </p:txBody>
      </p:sp>
      <p:pic>
        <p:nvPicPr>
          <p:cNvPr id="21" name="Picture Placeholder 20" descr="Charts on a computer monitor">
            <a:extLst>
              <a:ext uri="{FF2B5EF4-FFF2-40B4-BE49-F238E27FC236}">
                <a16:creationId xmlns:a16="http://schemas.microsoft.com/office/drawing/2014/main" id="{E453EF88-26E8-95DB-8E27-6A42911C63F6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" b="28"/>
          <a:stretch/>
        </p:blipFill>
        <p:spPr/>
      </p:pic>
      <p:pic>
        <p:nvPicPr>
          <p:cNvPr id="5" name="Picture 4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7958E4D6-8207-A8F9-8CCE-FCAD6EEC3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415" y="1876128"/>
            <a:ext cx="9281581" cy="287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139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012" y="527650"/>
            <a:ext cx="10545617" cy="774239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Entity Framework &amp; Database Relationships</a:t>
            </a:r>
          </a:p>
        </p:txBody>
      </p:sp>
      <p:pic>
        <p:nvPicPr>
          <p:cNvPr id="45" name="Picture Placeholder 44" descr="Charts on a laptop screen">
            <a:extLst>
              <a:ext uri="{FF2B5EF4-FFF2-40B4-BE49-F238E27FC236}">
                <a16:creationId xmlns:a16="http://schemas.microsoft.com/office/drawing/2014/main" id="{9731B764-336F-5EF9-5FCF-4EA90ACB8D9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79" r="21279"/>
          <a:stretch/>
        </p:blipFill>
        <p:spPr/>
      </p:pic>
      <p:pic>
        <p:nvPicPr>
          <p:cNvPr id="3" name="Picture 2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6EAB4ED6-A4EB-DF59-10A3-DC2D74693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705" y="1288030"/>
            <a:ext cx="9664816" cy="40806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F00604-3FBC-1A1E-4C9E-EEB515BFB8B0}"/>
              </a:ext>
            </a:extLst>
          </p:cNvPr>
          <p:cNvSpPr txBox="1"/>
          <p:nvPr/>
        </p:nvSpPr>
        <p:spPr>
          <a:xfrm>
            <a:off x="730235" y="5540519"/>
            <a:ext cx="10739813" cy="92333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This is from my </a:t>
            </a:r>
            <a:r>
              <a:rPr lang="en-US" dirty="0" err="1"/>
              <a:t>LecturerClaim</a:t>
            </a:r>
            <a:r>
              <a:rPr lang="en-US" dirty="0"/>
              <a:t> model this code works alongside the code from the previous page in the </a:t>
            </a:r>
            <a:r>
              <a:rPr lang="en-US" dirty="0" err="1"/>
              <a:t>AppDbContext</a:t>
            </a:r>
            <a:r>
              <a:rPr lang="en-US" dirty="0"/>
              <a:t> class , allowing proper EF relationships , navigation properties , computed properties and </a:t>
            </a:r>
            <a:r>
              <a:rPr lang="en-US" dirty="0" err="1"/>
              <a:t>databse</a:t>
            </a:r>
            <a:r>
              <a:rPr lang="en-US" dirty="0"/>
              <a:t> constraints in my app .</a:t>
            </a:r>
          </a:p>
        </p:txBody>
      </p:sp>
    </p:spTree>
    <p:extLst>
      <p:ext uri="{BB962C8B-B14F-4D97-AF65-F5344CB8AC3E}">
        <p14:creationId xmlns:p14="http://schemas.microsoft.com/office/powerpoint/2010/main" val="2728778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FD532B-8324-861F-ED93-92EB8E7DD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8185" y="609600"/>
            <a:ext cx="10103774" cy="613914"/>
          </a:xfrm>
        </p:spPr>
        <p:txBody>
          <a:bodyPr/>
          <a:lstStyle/>
          <a:p>
            <a:r>
              <a:rPr lang="en-US"/>
              <a:t>LINQ REPORTING 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C024B-18D5-7DDB-7B99-DD2F09CAE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17B39-8948-407E-1D29-B290C2F20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274" y="5607170"/>
            <a:ext cx="8840963" cy="6412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 have additional code under that relates to this .</a:t>
            </a:r>
          </a:p>
        </p:txBody>
      </p:sp>
      <p:pic>
        <p:nvPicPr>
          <p:cNvPr id="26" name="Picture 25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BCF05213-630B-F29C-9368-F88C02607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409" y="1209765"/>
            <a:ext cx="8553378" cy="412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895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D044B4-49AD-20F7-17BB-E5A0C2744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Content Placeholder 6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7D163C93-F821-089C-311C-19536838B2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6901" y="1314622"/>
            <a:ext cx="9989661" cy="39486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C45B2AF-FF43-0E39-2768-BF12473743CE}"/>
              </a:ext>
            </a:extLst>
          </p:cNvPr>
          <p:cNvSpPr txBox="1"/>
          <p:nvPr/>
        </p:nvSpPr>
        <p:spPr>
          <a:xfrm>
            <a:off x="1228933" y="5598871"/>
            <a:ext cx="9564311" cy="646331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This code and the one on the </a:t>
            </a:r>
            <a:r>
              <a:rPr lang="en-US" dirty="0" err="1"/>
              <a:t>previos</a:t>
            </a:r>
            <a:r>
              <a:rPr lang="en-US" dirty="0"/>
              <a:t> page from my </a:t>
            </a:r>
            <a:r>
              <a:rPr lang="en-US" dirty="0" err="1"/>
              <a:t>EFDataService</a:t>
            </a:r>
            <a:r>
              <a:rPr lang="en-US" dirty="0"/>
              <a:t> class performs grouping aggregation and sorting .</a:t>
            </a:r>
          </a:p>
        </p:txBody>
      </p:sp>
    </p:spTree>
    <p:extLst>
      <p:ext uri="{BB962C8B-B14F-4D97-AF65-F5344CB8AC3E}">
        <p14:creationId xmlns:p14="http://schemas.microsoft.com/office/powerpoint/2010/main" val="570957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F75DE-8A44-4EC5-83C6-95BDDF10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812" y="609600"/>
            <a:ext cx="10362499" cy="685800"/>
          </a:xfrm>
        </p:spPr>
        <p:txBody>
          <a:bodyPr anchor="t">
            <a:normAutofit/>
          </a:bodyPr>
          <a:lstStyle/>
          <a:p>
            <a:r>
              <a:rPr lang="en-US"/>
              <a:t>Role-based authorization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864D93-77B3-30E7-82AA-970D214AB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3FCD8176-9BE8-D483-224C-7B807A153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232" y="3123173"/>
            <a:ext cx="8475940" cy="1894037"/>
          </a:xfrm>
          <a:prstGeom prst="rect">
            <a:avLst/>
          </a:prstGeom>
        </p:spPr>
      </p:pic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DB03C76-662B-A769-57AB-51D4405B4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147" y="1294815"/>
            <a:ext cx="8263570" cy="1485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DE02CE-24EA-1146-7831-5695933BB93B}"/>
              </a:ext>
            </a:extLst>
          </p:cNvPr>
          <p:cNvSpPr txBox="1"/>
          <p:nvPr/>
        </p:nvSpPr>
        <p:spPr>
          <a:xfrm>
            <a:off x="1585146" y="5415845"/>
            <a:ext cx="9813660" cy="92333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These two code snippets are from my Coordinator Controller and accounts controller , they are code that implement multi level authorization . As well as the screenshot on the following page.</a:t>
            </a:r>
          </a:p>
        </p:txBody>
      </p:sp>
    </p:spTree>
    <p:extLst>
      <p:ext uri="{BB962C8B-B14F-4D97-AF65-F5344CB8AC3E}">
        <p14:creationId xmlns:p14="http://schemas.microsoft.com/office/powerpoint/2010/main" val="4212917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A555B0A-8433-E13F-E91D-38D1D51F2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3" name="Content Placeholder 2" descr="A computer screen with many white and blue text&#10;&#10;AI-generated content may be incorrect.">
            <a:extLst>
              <a:ext uri="{FF2B5EF4-FFF2-40B4-BE49-F238E27FC236}">
                <a16:creationId xmlns:a16="http://schemas.microsoft.com/office/drawing/2014/main" id="{8BDAECB5-9991-0884-8597-4077DCBE7FA9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1167676" y="1460635"/>
            <a:ext cx="9826222" cy="3898866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DB9D020-1E25-453D-83DF-1420ACD3968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82233" y="4839418"/>
            <a:ext cx="10546181" cy="1713781"/>
          </a:xfrm>
        </p:spPr>
        <p:txBody>
          <a:bodyPr vert="horz" lIns="91416" tIns="45708" rIns="91416" bIns="45708" rtlCol="0" anchor="t">
            <a:normAutofit/>
          </a:bodyPr>
          <a:lstStyle/>
          <a:p>
            <a:pPr marL="4572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Coordinator Approval and Reject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24FE9DD-2E30-5EFA-8B09-7AFDB29EF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AE4A8-A6E5-453E-B946-FB774B73F48C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Content Placeholder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56001C36-F3AD-A427-31F9-071D4F71CD72}"/>
              </a:ext>
            </a:extLst>
          </p:cNvPr>
          <p:cNvPicPr>
            <a:picLocks noGrp="1" noChangeAspect="1"/>
          </p:cNvPicPr>
          <p:nvPr>
            <p:ph idx="13"/>
          </p:nvPr>
        </p:nvPicPr>
        <p:blipFill>
          <a:blip r:embed="rId2"/>
          <a:stretch>
            <a:fillRect/>
          </a:stretch>
        </p:blipFill>
        <p:spPr>
          <a:xfrm>
            <a:off x="369793" y="1684415"/>
            <a:ext cx="5873477" cy="4765398"/>
          </a:xfrm>
          <a:prstGeom prst="rect">
            <a:avLst/>
          </a:prstGeom>
        </p:spPr>
      </p:pic>
      <p:pic>
        <p:nvPicPr>
          <p:cNvPr id="8" name="Content Placeholder 7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33129C1E-437C-72E8-73FE-2AAFEE435A03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3"/>
          <a:stretch>
            <a:fillRect/>
          </a:stretch>
        </p:blipFill>
        <p:spPr>
          <a:xfrm>
            <a:off x="6329833" y="1321144"/>
            <a:ext cx="5586004" cy="514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262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CE313EB1-C305-5858-DF08-C184BC585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Screenshots above 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1C8B966A-C846-37E1-8910-D2A0353D9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AEAE4A8-A6E5-453E-B946-FB774B73F48C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901" y="2286000"/>
            <a:ext cx="4586373" cy="1590136"/>
          </a:xfrm>
        </p:spPr>
        <p:txBody>
          <a:bodyPr>
            <a:normAutofit/>
          </a:bodyPr>
          <a:lstStyle/>
          <a:p>
            <a:r>
              <a:rPr lang="en-US"/>
              <a:t>In the above slide I pasted screenshots of my reject and approve functions in the coordinator dashboard .Used to approve and reject claims.</a:t>
            </a:r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ppt/theme/theme2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lue Red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C37B52A-9EC8-4B7A-85C4-31F7EAFE40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C06458-EC9A-428C-9123-A760B9587A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F050606-E255-48B6-AE23-CE03A589EB22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230e9df3-be65-4c73-a93b-d1236ebd677e"/>
    <ds:schemaRef ds:uri="16c05727-aa75-4e4a-9b5f-8a80a1165891"/>
    <ds:schemaRef ds:uri="http://schemas.microsoft.com/sharepoint/v3"/>
    <ds:schemaRef ds:uri="71af3243-3dd4-4a8d-8c0d-dd76da1f02a5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332</Words>
  <Application>Microsoft Office PowerPoint</Application>
  <PresentationFormat>Custom</PresentationFormat>
  <Paragraphs>108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PortalVTI</vt:lpstr>
      <vt:lpstr>PROG6212 PART 3 CMS SYSTEM VHUGALA MBEDZI ST10452694</vt:lpstr>
      <vt:lpstr>PowerPoint Presentation</vt:lpstr>
      <vt:lpstr>SESSION MANAGEMENT</vt:lpstr>
      <vt:lpstr>Lecturer Auto-Calculation</vt:lpstr>
      <vt:lpstr>LECTURER AUTO-CALCULATION</vt:lpstr>
      <vt:lpstr>Entity Framework and Database relationships </vt:lpstr>
      <vt:lpstr>Entity Framework &amp; Database Relationships</vt:lpstr>
      <vt:lpstr>LINQ REPORTING </vt:lpstr>
      <vt:lpstr>PowerPoint Presentation</vt:lpstr>
      <vt:lpstr>Role-based authorization</vt:lpstr>
      <vt:lpstr>PowerPoint Presentation</vt:lpstr>
      <vt:lpstr>Coordinator Approval and Reject</vt:lpstr>
      <vt:lpstr>Screenshots above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368</cp:revision>
  <dcterms:created xsi:type="dcterms:W3CDTF">2025-11-21T07:07:39Z</dcterms:created>
  <dcterms:modified xsi:type="dcterms:W3CDTF">2025-11-21T11:08:14Z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Order">
    <vt:r8>74069400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ediaServiceImageTags">
    <vt:lpwstr/>
  </property>
</Properties>
</file>